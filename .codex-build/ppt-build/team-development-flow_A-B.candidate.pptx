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a5e21b66674e63" /><Relationship Type="http://schemas.openxmlformats.org/officeDocument/2006/relationships/extended-properties" Target="/docProps/app.xml" Id="R574fffcc4a4b4e3f" /><Relationship Type="http://schemas.openxmlformats.org/officeDocument/2006/relationships/officeDocument" Target="/ppt/presentation.xml" Id="R05e147ed8c814c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cf2087f8a4f82"/>
  </p:sldMasterIdLst>
  <p:notesMasterIdLst>
    <p:notesMasterId xmlns:r="http://schemas.openxmlformats.org/officeDocument/2006/relationships" r:id="R94bc2c361d9b4b55"/>
  </p:notesMasterIdLst>
  <p:sldIdLst>
    <p:sldId xmlns:r="http://schemas.openxmlformats.org/officeDocument/2006/relationships" id="256" r:id="R276526fc0a6e44d7"/>
    <p:sldId xmlns:r="http://schemas.openxmlformats.org/officeDocument/2006/relationships" id="257" r:id="R36482d7465b24b64"/>
    <p:sldId xmlns:r="http://schemas.openxmlformats.org/officeDocument/2006/relationships" id="258" r:id="R525bff9eec194230"/>
    <p:sldId xmlns:r="http://schemas.openxmlformats.org/officeDocument/2006/relationships" id="259" r:id="Re030f8d25463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e816bd1a364a24" /><Relationship Type="http://schemas.openxmlformats.org/officeDocument/2006/relationships/slideMaster" Target="/ppt/slideMasters/slideMaster1.xml" Id="R8cecf2087f8a4f82" /><Relationship Type="http://schemas.openxmlformats.org/officeDocument/2006/relationships/notesMaster" Target="/ppt/notesMasters/notesMaster1.xml" Id="R94bc2c361d9b4b55" /><Relationship Type="http://schemas.openxmlformats.org/officeDocument/2006/relationships/presProps" Target="/ppt/presProps.xml" Id="R1405c42ffe9f4650" /><Relationship Type="http://schemas.openxmlformats.org/officeDocument/2006/relationships/tableStyles" Target="/ppt/tableStyles.xml" Id="Rc550b0f77735497a" /><Relationship Type="http://schemas.openxmlformats.org/officeDocument/2006/relationships/slide" Target="/ppt/slides/slide1.xml" Id="R276526fc0a6e44d7" /><Relationship Type="http://schemas.openxmlformats.org/officeDocument/2006/relationships/slide" Target="/ppt/slides/slide2.xml" Id="R36482d7465b24b64" /><Relationship Type="http://schemas.openxmlformats.org/officeDocument/2006/relationships/slide" Target="/ppt/slides/slide3.xml" Id="R525bff9eec194230" /><Relationship Type="http://schemas.openxmlformats.org/officeDocument/2006/relationships/slide" Target="/ppt/slides/slide4.xml" Id="Re030f8d25463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ab38889c1248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f3987a16de4818" /><Relationship Type="http://schemas.openxmlformats.org/officeDocument/2006/relationships/notesMaster" Target="/ppt/notesMasters/notesMaster1.xml" Id="R6077444a63054f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a9090d85ff4d51" /><Relationship Type="http://schemas.openxmlformats.org/officeDocument/2006/relationships/notesMaster" Target="/ppt/notesMasters/notesMaster1.xml" Id="R0bec1b2dbbf04f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1b1a54f5934fb2" /><Relationship Type="http://schemas.openxmlformats.org/officeDocument/2006/relationships/notesMaster" Target="/ppt/notesMasters/notesMaster1.xml" Id="R93a477089dc641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ccdb467b9242b8" /><Relationship Type="http://schemas.openxmlformats.org/officeDocument/2006/relationships/notesMaster" Target="/ppt/notesMasters/notesMaster1.xml" Id="Rcd153a10723649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NekozukiProject/README.md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NekozukiProject/README.md sections 0-7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NekozukiProject/README.md sections 1-5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NekozukiProject/README.md sections 6-7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c3948d7194d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0a8182ad84a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c2465205647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862b0af1846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d72af406540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00e30d9d7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0D7D82-A91E-42DC-B90E-3BCEB686D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2A0E69-C545-49DF-8D40-BED93A47C4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291E53-C960-4994-ADAB-22B738845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BC30F1-0E3C-4177-A4BB-11119B634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1BAEF0-334B-4D60-BF6D-2EBB491A3E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6376EB-67A1-46AB-9EB4-8381B063C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05BD51-D409-414E-8348-E4ADC4B51F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F163CD-BFF1-4B89-95B1-96AEE7C601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DC8039-CDC1-4AB2-8D49-8B3C2C096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FC1B4A-140E-4168-8E96-C76E8C1AEB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361e861e264122" /><Relationship Type="http://schemas.openxmlformats.org/officeDocument/2006/relationships/slideLayout" Target="/ppt/slideLayouts/slideLayout1.xml" Id="R79fd6f73255a4252" /><Relationship Type="http://schemas.openxmlformats.org/officeDocument/2006/relationships/slideLayout" Target="/ppt/slideLayouts/slideLayout2.xml" Id="Rc7f811e5ff844596" /><Relationship Type="http://schemas.openxmlformats.org/officeDocument/2006/relationships/slideLayout" Target="/ppt/slideLayouts/slideLayout3.xml" Id="R6eaf7f4bc77a4b03" /><Relationship Type="http://schemas.openxmlformats.org/officeDocument/2006/relationships/slideLayout" Target="/ppt/slideLayouts/slideLayout4.xml" Id="R7d0abe48b1b34a96" /><Relationship Type="http://schemas.openxmlformats.org/officeDocument/2006/relationships/slideLayout" Target="/ppt/slideLayouts/slideLayout5.xml" Id="R3de96233ac854ffd" /><Relationship Type="http://schemas.openxmlformats.org/officeDocument/2006/relationships/slideLayout" Target="/ppt/slideLayouts/slideLayout6.xml" Id="R67433fa6dab249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fd6f73255a4252"/>
    <p:sldLayoutId xmlns:r="http://schemas.openxmlformats.org/officeDocument/2006/relationships" id="2147483650" r:id="Rc7f811e5ff844596"/>
    <p:sldLayoutId xmlns:r="http://schemas.openxmlformats.org/officeDocument/2006/relationships" id="2147483651" r:id="R6eaf7f4bc77a4b03"/>
    <p:sldLayoutId xmlns:r="http://schemas.openxmlformats.org/officeDocument/2006/relationships" id="2147483652" r:id="R7d0abe48b1b34a96"/>
    <p:sldLayoutId xmlns:r="http://schemas.openxmlformats.org/officeDocument/2006/relationships" id="2147483653" r:id="R3de96233ac854ffd"/>
    <p:sldLayoutId xmlns:r="http://schemas.openxmlformats.org/officeDocument/2006/relationships" id="2147483654" r:id="R67433fa6dab249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e50e2a21e4ccc" /><Relationship Type="http://schemas.openxmlformats.org/officeDocument/2006/relationships/notesSlide" Target="/ppt/notesSlides/notesSlide1.xml" Id="R4b00eacba0894b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ba981cd514b1e" /><Relationship Type="http://schemas.openxmlformats.org/officeDocument/2006/relationships/notesSlide" Target="/ppt/notesSlides/notesSlide2.xml" Id="R02f8a272c93248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cd1109d2145a4" /><Relationship Type="http://schemas.openxmlformats.org/officeDocument/2006/relationships/notesSlide" Target="/ppt/notesSlides/notesSlide3.xml" Id="R7456341c3bcd43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62025a4a54f44" /><Relationship Type="http://schemas.openxmlformats.org/officeDocument/2006/relationships/notesSlide" Target="/ppt/notesSlides/notesSlide4.xml" Id="Rc7d6d924a72043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14BD1-B62C-488B-8176-BC4D4A61F03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477000" y="49815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64B7F-FC9B-493E-A98E-6CF0C6E96E7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90900" y="49815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3AE9C-FE3F-48C4-8EB8-86CA73C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781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Spring Boot チーム開発テンプレート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49972-0BAD-4778-A62A-C683F473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09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A と B で進める</a:t>
            </a:r>
          </a:p>
          <a:p xmlns:a="http://schemas.openxmlformats.org/drawingml/2006/main">
            <a:pPr algn="l">
              <a:def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GitHub 開発フロー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5C128-9E6A-409B-8A67-B2BB5EAD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638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初期化からブレーンストーミング、Issue、実装、PR、レビュー、</a:t>
            </a:r>
          </a:p>
          <a:p xmlns:a="http://schemas.openxmlformats.org/drawingml/2006/main">
            <a:pPr algn="l">
              <a:def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デバッグ、マージまで。README に沿って具体的なコマンドと入力例を示します。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0E526-C62E-4667-B994-66CCFD6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781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63F7C-490E-4AC8-A03A-F8C20893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2A1EC-76CF-42C3-87A2-662E4AE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148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E1665-4207-40C0-AB59-8143A622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開発者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19337-E84D-4575-8A7B-DB797F57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課題を整理し、Issue を実装して PR を作る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EB25E-A361-446C-8F01-8AF38CF4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81500"/>
            <a:ext cx="2781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55DB2-3429-433A-B601-1C4980DF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148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7ABEA-6CA4-4DBC-A77C-511756B8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148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C893F-E38E-4455-84B3-520A3D3C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863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レビュアー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88B2B-4B8B-4847-83B8-1F138038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720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AC・差分・テスト・CI を根拠にレビューする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908CB-A0E7-4E77-8AA4-E5F3A434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2781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1D4BA-B1E1-4DC8-8B26-401875CD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148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92EED-9458-4C56-B94F-AB73E512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148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共有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AD84B-078D-4067-BD8F-94C81D8C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863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GitHub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001D9-36AD-4DB4-A702-CB61C70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720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Issue と PR に合意・証跡を残し、main に統合する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0EC8F-E828-4D52-B6AB-03B428F9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対象: NekozukiProject/README.md</a:t>
            </a:r>
          </a:p>
        </p:txBody>
      </p:sp>
    </p:spTree>
    <p:extLst>
      <p:ext uri="{BB962C8B-B14F-4D97-AF65-F5344CB8AC3E}">
        <p14:creationId xmlns:p14="http://schemas.microsoft.com/office/powerpoint/2010/main" val="1640142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61B363-03D2-43F5-814F-AD4465BB9010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9144000" y="48339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8B8C"/>
            </a:solidFill>
            <a:prstDash val="solid"/>
            <a:tailEnd type="arrow" w="sm" len="sm"/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58ED86-D95F-42F0-A912-F227F301843C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9144000" y="25479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  <a:tailEnd type="arrow" w="sm" len="sm"/>
          </a:ln>
        </p:spPr>
      </p:cxnSp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AA1D0D-83CE-4784-80C9-EE7225CAA514}"/>
              </a:ext>
            </a:extLst>
          </p:cNvPr>
          <p:cNvCxnSpPr>
            <a:stCxn xmlns:a="http://schemas.openxmlformats.org/drawingml/2006/main" id="61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10239375" y="31908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arrow" w="sm" len="sm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883E5E-1BFB-4EF5-B304-DFB947DA72A0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7239000" y="48339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8B8C"/>
            </a:solidFill>
            <a:prstDash val="solid"/>
            <a:tailEnd type="arrow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1289A2-F946-4945-9AAF-6031D1EF4462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239000" y="25479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  <a:tailEnd type="arrow" w="sm" len="sm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F726E7-97B0-4015-A717-5AEB2EB36CAE}"/>
              </a:ext>
            </a:extLst>
          </p:cNvPr>
          <p:cNvCxnSpPr>
            <a:stCxn xmlns:a="http://schemas.openxmlformats.org/drawingml/2006/main" id="47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8334375" y="31908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arrow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1D8CDB-FEFB-4B9F-B675-85AA819C05B9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5334000" y="48339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8B8C"/>
            </a:solidFill>
            <a:prstDash val="solid"/>
            <a:tailEnd type="arrow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44C5EB-F6D7-4D23-8BBF-7FDF0CDA0CFF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334000" y="25479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  <a:tailEnd type="arrow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567E5E-D088-423A-95D3-18C7AFE87994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429375" y="31908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8A5D58-3AB5-491D-933B-A6391C37D2A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429000" y="48339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8B8C"/>
            </a:solidFill>
            <a:prstDash val="solid"/>
            <a:tailEnd type="arrow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598B0B-68AA-49DB-9D75-D6A47358A34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429000" y="254793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  <a:tail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0B98C-E9AD-4421-B066-93003D6EC9A9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524375" y="31908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05CC1-F75C-4918-94BF-3AA76E73E05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619375" y="31908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arrow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80CEB0-E31A-4DE8-9BAB-5B6BBC64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全体フローと担当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16F09-37C4-469D-8530-146059A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A と B は、各工程で確認結果を GitHub Issue / PR に残す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3C6E5-3F0D-413F-BDEB-3A5B71B6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0F603-DE7E-4498-BEED-F76F620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開発者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7B29D-F353-4DD7-9F0B-8C49B6E7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レビュアー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F3F27-E8EF-49DA-88D5-902E038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3811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1. 初期化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2126D-E298-4183-8B76-0A44DB86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05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4F25B-5890-4ACD-814B-EBC931F5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38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29B1E-75CE-4403-893A-B42FB1E3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CBFD0-8765-423E-BBE2-5EAA7493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09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初期化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0F890-1A3F-4A5B-8091-47DF86B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95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/init-project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設定・テスト確認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C5403-6443-4BBA-9E6A-7ED351CF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8195B-3F76-4E12-AE6F-BB51BF0B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24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B688E-C9E5-40AE-8B5E-EC3BD393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24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7A11F-5C13-4752-9523-17033F2E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95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初期化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AA419-08E8-46E6-A2B3-4CC88BD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81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協働者を確認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677B8-0A6E-4350-8CE0-1476F0BF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3811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2. ブレーンストーミング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EA4CB-EFB1-4B30-BE1F-4BBA80C7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F5DED-EFD1-4D6C-B658-33889A5E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706D9-F557-46B8-A5E9-ED9A734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38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46541-50E0-4070-98B0-99FD4097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9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相談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B69B4-912A-4DF7-992A-DC377CDD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95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/brainstorm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下書きを保存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3DE67-895B-4EC7-B730-AF887B9B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58513-F88F-4402-A4F2-34BF8B9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60D94-D2A9-4A15-94EB-3882EB24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BC644-A21B-4B25-A348-18CE230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95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相談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DE5D99-ECAE-4F78-BA83-C46B988D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81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利用者・操作・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対象外を合意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89C20-F4AC-46E4-A61B-F59D4C2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811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3. Issue 登録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941995-546C-4F54-B780-D66999CE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B95D2F-BF11-4DDE-8249-74CAE1A3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38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0E4F38-EB9D-450C-BD13-1C86EF98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80B304-F95F-4616-BA8E-DF2B55C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09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Issue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F642EE-BD53-40BA-8CB4-5CDEE691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95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/plan-issues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担当と AC を登録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536DDF-4441-4FF3-84BC-AD87629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3AAEB1-C56A-4213-9E84-57212468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A36C66-D403-45F3-A37D-1BE9568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A009B1-646B-43E4-A854-79563DF4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95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Issue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42DB24-4CB9-4C8D-B5CB-EBCBABFD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81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AC・担当・依存を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6A6460-7843-4553-BED2-DF985619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811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4. 実装・PR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88098B-F286-48C8-8B93-99A84D1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811F02-AAAE-4092-AED7-CB73FE62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38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D7BDE6-DB22-40A6-84F2-5231843C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B84FBE-2289-4EE3-8364-698AC4C3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9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実装・PR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86AD8A-7DF2-4609-B635-34E473B3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95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実装・テスト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PR を作成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CFE193-A44B-43F3-AB16-5E92628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A6622F-2A77-4675-A3D2-5AF78DF1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24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46634B-8D8F-4B2E-990E-C9448959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24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F4D4FC-57B0-4325-AF64-A58DD22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95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実装・PR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6832A5-F019-434A-91E4-BD35AA0A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81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PR の根拠を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読み取れるか確認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9205A2-76DC-4DFB-B8B8-418422C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3811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5. レビュー・マージ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40A0A9-D24E-4D1C-A147-81B3A432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05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953DA3-E867-4E1D-90A2-90FA9D71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38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9132AC-847B-4527-8787-A3C14A6E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38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7C68E3-12EF-4DF1-B3AC-85A98341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9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レビュー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B5CB47-DEA0-46C6-9878-DEB60A38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95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指摘対応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必要なら debug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DFB2F5-E2B2-4627-AB1A-95CC3013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1619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949AAB-E820-4246-AD6D-7C14FEE9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2435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A6C235-B97E-44EB-B535-5434557A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32435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DEA06D-AB55-4C5B-8CD9-4C5AB921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95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レビュー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F4818A-F2B1-4667-BF34-9317E41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81575"/>
            <a:ext cx="1352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/review-pr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承認後にマージ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A0C869F-D8A1-4715-93FD-AF827188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00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点線ではなく矢印が示すもの: 次の工程へ進むために必要な確認。Issue の AC が判断の基準。</a:t>
            </a:r>
          </a:p>
        </p:txBody>
      </p:sp>
    </p:spTree>
    <p:extLst>
      <p:ext uri="{BB962C8B-B14F-4D97-AF65-F5344CB8AC3E}">
        <p14:creationId xmlns:p14="http://schemas.microsoft.com/office/powerpoint/2010/main" val="1212377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38B22B-E6F4-4428-9064-05CD2D9FFBFC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3943350" y="48101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80198C-A545-432B-8156-3A112CACD93B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2276475" y="3238500"/>
            <a:ext cx="76390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C3C348-05CB-45D9-8E84-B0A10B107F3D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762875" y="48101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DCF84-9801-44B8-8213-B61158A6D8F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62875" y="23336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DDE43-9A00-4864-A043-812E98D0BCD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43350" y="23336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BFF"/>
            </a:solidFill>
            <a:prstDash val="solid"/>
            <a:tailEnd type="arrow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D0F82F-05D5-460F-8B7A-AD5290C4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A が行う準備、計画、実装、PR 登録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C2385-F976-43D2-A193-D4C54DA4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例は README の「学内イベントに参加登録する機能」を用いる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05375-6D8E-4E17-9432-996633AA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0E82A-066B-43E6-8484-957E45BA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7A225-C87F-474D-809C-2BD6A290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904CC-2235-4900-A7A8-CF7CECB7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7D1CF-872E-42E3-993F-1C7CC317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初期化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4DE15-3AEE-4E8E-A295-6B295C01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3067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入力: /init-project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検査: bash scripts/harness/init-project.sh --check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確定: bash scripts/harness/init-project.sh --initialize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C02D8-FC7A-4409-9120-8E693F59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887F1-89E8-4F81-B055-7A616F05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6210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8773B-BA02-4923-BEE0-AE3AE99C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5621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1BE4B-A5C6-4E69-9559-CF699DD3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3357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ブレーンストーミング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3D355-4D95-4072-8ABD-1C9EA238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19325"/>
            <a:ext cx="3067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入力例: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/brainstorm 学内イベントで、参加者が同じ企画に参加登録できる機能を追加したいです。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結果を docs/temp/brainstorm/…md に保存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2E4E4-D97A-4F2F-98F9-C597E655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D6D9D-546E-4F0F-AA54-982BCED9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7A594-779C-4BC4-B1C9-D9C48ED4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5621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CE854-F94E-4EF3-9A21-005C7247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3357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Issue 作成・登録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BD25C-1046-49E5-B5B7-2A8951B1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19325"/>
            <a:ext cx="3067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入力: /plan-issues docs/temp/brainstorm/round-choice.md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下書き確認後に assignee: を記入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登録: bash scripts/issue/register-from-file.sh docs/temp/issues.md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確認: bash scripts/issue/ready.sh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5DC07-B921-49B7-84E0-ECABA9FF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B965C-1E5F-420C-8AB3-4A841831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32501-AE07-44F7-922A-84981ADB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86225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703D9-758B-41A0-B996-B8C09C6F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実装とテスト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CC746-D9C6-44C2-9587-0EF257B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3067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git status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bash scripts/issue/ready.sh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入力: implement-issue Skill を使って、担当する Issue #12 の実装を始めたいです。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./gradlew test / ./gradlew bootRun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3415A-5B1E-4614-9DDD-BC2C0F35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52875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216B8-E095-430B-8630-B9C039FA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8622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04FE0B-2FB6-4206-87C4-55B8608B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086225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BBFF61-5FF2-46D9-843C-50953287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5770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PR 本文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A85AE5-41AE-4A15-B33D-DD62EF18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43450"/>
            <a:ext cx="3067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入力: /prepare-pr このブランチの PR 本文を作成したいです。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docs/temp/pr-12.md の AC 確認結果とテスト結果を確認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70679F-516F-44AF-A524-4EE86E42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52875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7A84C5-DBC5-4672-9FE1-FCF12515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9EF5B-A2FB-41EE-AB0D-0EF073D2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86225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4F5126-48F6-47A5-9048-EFB3C230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PR 登録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B5105D-D36E-4AB7-9305-110754D0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43450"/>
            <a:ext cx="3067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変更をコミットした後: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cd "$(git rev-parse --show-toplevel)"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bash scripts/pr/create-pr.sh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PR を B にレビュー依頼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E835C8-E1BC-44DD-83C7-26BA28AD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57900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rPr>
              <a:t>チェックポイント: GitHub Issue の AC が実装開始時の正式な仕様。docs/temp は下書きで Git に登録しない。</a:t>
            </a:r>
          </a:p>
        </p:txBody>
      </p:sp>
    </p:spTree>
    <p:extLst>
      <p:ext uri="{BB962C8B-B14F-4D97-AF65-F5344CB8AC3E}">
        <p14:creationId xmlns:p14="http://schemas.microsoft.com/office/powerpoint/2010/main" val="1575147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717C5-070F-4A8F-A468-B0F69377BA87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3714750" y="4905375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8253"/>
            </a:solidFill>
            <a:prstDash val="solid"/>
            <a:tailEnd type="arrow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9C519A-74F5-47D0-8CA7-0AED75DE6B1F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001250" y="340042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24150"/>
            </a:solidFill>
            <a:prstDash val="solid"/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60433-5AAA-4152-9F05-0493B30C26E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524750" y="24717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8B8C"/>
            </a:solidFill>
            <a:prstDash val="solid"/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08334-BEE6-4C6D-8B4D-4331969A6FC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24717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98B8C"/>
            </a:solidFill>
            <a:prstDash val="solid"/>
            <a:tailEnd type="arrow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F2B92-CACC-4FE9-BB04-210629FA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B のレビュー、デバッグの往復、PR マージ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169D3-C17C-4A8B-9BF1-B143E976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レビューの根拠は AI の評価ではなく、Issue の AC・差分・テスト・CI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1FB7A-B07A-46DB-BCD7-FB5470C7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5A8AE-C29C-423B-9D9B-C5A90F63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8575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77379-05CE-4D93-9D1A-108402ED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9C9DD-8CA5-49D7-AAD2-8E68F5A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19635-9E0A-4131-BA20-5767C66F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PR をレビュー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E042D-48D8-482B-AA53-C1437924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25908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入力: /review-pr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補助コマンド: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gh pr list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gh pr view 12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gh pr diff 12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gh pr checks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980ED-18D5-4BC7-BABD-A171A791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43050"/>
            <a:ext cx="28575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E89A2-E9DD-46A3-9693-6435EBDD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7640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D17D0-B299-4306-AA78-C5F5CE9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764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57CAC-CD3C-49B5-AAB8-C9111893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4787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根拠つきコメント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1DF1B-5DAC-4751-9E92-9F0B02B3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33625"/>
            <a:ext cx="25908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例: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AC 2 の「満室なら参加できない」について、PR 本文から確認方法と結果を読み取れません。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確認方法と結果を追記してください。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C1FC4-F4BA-4E6B-B460-9F50AE9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8575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77CAB-0177-463D-A66C-E5E1882B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9525">
            <a:solidFill>
              <a:srgbClr val="FDEC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AEC88-9124-45A0-88CC-C3B530A7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676400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8059F-B0DC-454C-8623-71A8E43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4787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A が修正・再確認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E47DF-7E43-4461-AB5A-8AF79984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33625"/>
            <a:ext cx="25908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通常の指摘: 修正、テスト、PR 本文更新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失敗・原因不明なら debug Skill: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「期待結果／実際の結果／再現手順／エラー全文」を提示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4AEDA-EFB1-4412-BB89-4342A4CB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BCF30-3F45-4A75-8BA3-4292D3A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8147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9525">
            <a:solidFill>
              <a:srgbClr val="FDEC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C24150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868EA9-29D9-4139-BAFC-0990AA11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81475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E8F0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F6BFF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D8063-B52C-4228-AA1C-A48C787C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529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debug Skill で原因を確認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B69A8-04BB-4417-9D2F-1BFC125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38700"/>
            <a:ext cx="2590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入力例: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debug Skill を使ってください。Issue #12 の AC は「満室なら追加参加できない」ですが、./gradlew test で次の失敗が出ました: (エラー全文)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原因・修正範囲・再発防止テストを確認してから承認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37353-B197-480E-83B1-6308C197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48125"/>
            <a:ext cx="3810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87440-ABA0-403F-8E5B-4C032764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323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97706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196E99-C9F6-42CB-B05F-57D7D564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81475"/>
            <a:ext cx="361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F5"/>
          </a:solidFill>
          <a:ln xmlns:a="http://schemas.openxmlformats.org/drawingml/2006/main" w="9525">
            <a:solidFill>
              <a:srgbClr val="E5F7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98B8C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943B4E-F052-4500-AE24-0E088574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52950"/>
            <a:ext cx="354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4213D"/>
                </a:solidFill>
                <a:latin typeface="Yu Gothic"/>
                <a:ea typeface="Yu Gothic"/>
                <a:cs typeface="Yu Gothic"/>
              </a:rPr>
              <a:t>B が承認し、PR をマージ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58C06-2917-43B7-9058-5E33FB26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38700"/>
            <a:ext cx="3543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確認項目: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• すべての AC に確認結果がある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• PR 本文の必須項目が埋まっている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• CI が成功している</a:t>
            </a:r>
          </a:p>
          <a:p xmlns:a="http://schemas.openxmlformats.org/drawingml/2006/main">
            <a:pPr algn="l">
              <a:def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36276"/>
                </a:solidFill>
                <a:latin typeface="Yu Gothic"/>
                <a:ea typeface="Yu Gothic"/>
                <a:cs typeface="Yu Gothic"/>
              </a:rPr>
              <a:t>• 著者以外の学生が承認している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4B6287-02E5-4D5D-B878-DD5C6150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38253"/>
                </a:solidFill>
                <a:latin typeface="Yu Gothic"/>
                <a:ea typeface="Yu Gothic"/>
                <a:cs typeface="Yu Gothic"/>
              </a:rPr>
              <a:t>修正後は B が AC・差分・テスト・CI を再確認し、条件がそろったらマージする。</a:t>
            </a:r>
          </a:p>
        </p:txBody>
      </p:sp>
    </p:spTree>
    <p:extLst>
      <p:ext uri="{BB962C8B-B14F-4D97-AF65-F5344CB8AC3E}">
        <p14:creationId xmlns:p14="http://schemas.microsoft.com/office/powerpoint/2010/main" val="688054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2026-10-27T00:25:39.4610000Z</dcterms:created>
  <dcterms:modified xsi:type="dcterms:W3CDTF">2026-10-27T00:25:39.4610000Z</dcterms:modified>
</coreProperties>
</file>